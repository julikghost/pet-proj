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Playwright MCP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Как инструменты MCP помогают проектировать E2E, а Playwright Test — доводить сценарии до стабильного прогона в CI.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Сценарий в голове, а в интерфейсе — другие селекторы, динамика и лишние клики. Долгий цикл: код → прогон → снова правки, пока не смотришь на реальную страницу.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Что даёт Playwright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подключает к ассистенту живой браузер на Playwright: навигация, accessibility snapshot (лучше скриншота для структуры), клик, ввод, сеть, консоль. Сложный сценарий — одним фрагментом с объектом page (browser_run_code).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Пример: черновик в браузере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async (page) =&gt; { await page.getByRole('button', { name: 'Войти' }).click(); return page.url(); }</a:t>
            </a:r>
          </a:p>
          <a:p>
            <a:pPr>
              <a:defRPr sz="1800"/>
            </a:pPr>
            <a:r>
              <a:t>Тот же API, что в *.spec.ts — удобно для проверки гипотезы до коммита.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Два уровня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Чат + MCP → исследование, селекторы, прототип → понимание UI, черновик</a:t>
            </a:r>
          </a:p>
          <a:p>
            <a:pPr>
              <a:defRPr sz="1800"/>
            </a:pPr>
            <a:r>
              <a:t>Репозиторий → регресс, отчёты, CI → *.spec.ts, playwright test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От идеи к автотесту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Сценарий — вход, ожидаемый URL, текст, постусловия</a:t>
            </a:r>
          </a:p>
          <a:p>
            <a:pPr>
              <a:defRPr sz="1800"/>
            </a:pPr>
            <a:r>
              <a:t>MCP — navigate, snapshot, при необходимости run_code</a:t>
            </a:r>
          </a:p>
          <a:p>
            <a:pPr>
              <a:defRPr sz="1800"/>
            </a:pPr>
            <a:r>
              <a:t>Репо — test(…, async ({ page }) =&gt; { … }), фикстуры, storageState</a:t>
            </a:r>
          </a:p>
          <a:p>
            <a:pPr>
              <a:defRPr sz="1800"/>
            </a:pPr>
            <a:r>
              <a:t>CI — npx playwright test, Allure, trace при падении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Когда MCP особенно окупается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Новый экран, неочевидная разметка, диалоги, загрузка файлов, сеть. Быстрее, чем долго крутить слепой прогон.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Кейс: Dog Daycare E2E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pet-logistics-e2e: Page Object, CRUD-спека, data-testid в репо.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Артефакты (Dog Daycare)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Page Object → pageObjects/DogDaycare.ts</a:t>
            </a:r>
          </a:p>
          <a:p>
            <a:pPr>
              <a:defRPr sz="1800"/>
            </a:pPr>
            <a:r>
              <a:t>Фасад → LogisticsApp.ts (dogDaycare)</a:t>
            </a:r>
          </a:p>
          <a:p>
            <a:pPr>
              <a:defRPr sz="1800"/>
            </a:pPr>
            <a:r>
              <a:t>Спека → tests/logistics/dogDaycare.spec.ts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 для Dog Daycare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Навигация: browser_navigate на /dog-daycare (сессия PetUser).</a:t>
            </a:r>
          </a:p>
          <a:p>
            <a:pPr>
              <a:defRPr sz="1800"/>
            </a:pPr>
            <a:r>
              <a:t>Снимок: dog-daycare-page, daycare-table, daycare-form, daycare-field-*, edit/delete по ref.</a:t>
            </a:r>
          </a:p>
          <a:p>
            <a:pPr>
              <a:defRPr sz="1800"/>
            </a:pPr>
            <a:r>
              <a:t>Черновик: browser_run_code(page) — согласование с pet-app.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Связка и нюансы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Playwright test: logistics_role_smoke → logistics_session → logistics_web, logisticsApp.dogDaycare, toasts (dogDaycare).</a:t>
            </a:r>
          </a:p>
          <a:p>
            <a:pPr>
              <a:defRPr sz="1800"/>
            </a:pPr>
            <a:r>
              <a:t>DatePicker: осторожно с Escape. Select: ArrowDown+Enter. Дата «сегодня» и dayjs.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MCP — лаборатория. В репо: Page Object, spec, CI (Playwright Test). Общий путь: сначала MCP, затем стабильный *.spec.ts (см. Dog Daycare).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